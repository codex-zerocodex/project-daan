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f21edb16cf4a42" /><Relationship Type="http://schemas.openxmlformats.org/officeDocument/2006/relationships/extended-properties" Target="/docProps/app.xml" Id="Rf626f5e0e1fb41ee" /><Relationship Type="http://schemas.openxmlformats.org/officeDocument/2006/relationships/officeDocument" Target="/ppt/presentation.xml" Id="R7aaef7a2ed644d9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132e4c695554690"/>
  </p:sldMasterIdLst>
  <p:notesMasterIdLst>
    <p:notesMasterId xmlns:r="http://schemas.openxmlformats.org/officeDocument/2006/relationships" r:id="Rf5a4fc3b14074500"/>
  </p:notesMasterIdLst>
  <p:sldIdLst>
    <p:sldId xmlns:r="http://schemas.openxmlformats.org/officeDocument/2006/relationships" id="256" r:id="R1d2f9f28f7454c6e"/>
    <p:sldId xmlns:r="http://schemas.openxmlformats.org/officeDocument/2006/relationships" id="257" r:id="R3cd78a13554d4b01"/>
    <p:sldId xmlns:r="http://schemas.openxmlformats.org/officeDocument/2006/relationships" id="258" r:id="R903624ab264f4e69"/>
    <p:sldId xmlns:r="http://schemas.openxmlformats.org/officeDocument/2006/relationships" id="259" r:id="R51401b9207244ab9"/>
    <p:sldId xmlns:r="http://schemas.openxmlformats.org/officeDocument/2006/relationships" id="260" r:id="R007db9c5a11d4674"/>
    <p:sldId xmlns:r="http://schemas.openxmlformats.org/officeDocument/2006/relationships" id="261" r:id="Rb21ea966c8804b91"/>
    <p:sldId xmlns:r="http://schemas.openxmlformats.org/officeDocument/2006/relationships" id="262" r:id="R3ad68a13bf54445c"/>
    <p:sldId xmlns:r="http://schemas.openxmlformats.org/officeDocument/2006/relationships" id="263" r:id="R67a2d0a6234e4f15"/>
    <p:sldId xmlns:r="http://schemas.openxmlformats.org/officeDocument/2006/relationships" id="264" r:id="R1c7728738f7740be"/>
    <p:sldId xmlns:r="http://schemas.openxmlformats.org/officeDocument/2006/relationships" id="265" r:id="R20d5806c848c4114"/>
    <p:sldId xmlns:r="http://schemas.openxmlformats.org/officeDocument/2006/relationships" id="266" r:id="Rc35b864a701744c1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50137158cc0f4637"/>
      <p:bold xmlns:r="http://schemas.openxmlformats.org/officeDocument/2006/relationships" r:id="R7337f8a9b8a44cd6"/>
      <p:italic xmlns:r="http://schemas.openxmlformats.org/officeDocument/2006/relationships" r:id="R526f24c3359847bc"/>
      <p:boldItalic xmlns:r="http://schemas.openxmlformats.org/officeDocument/2006/relationships" r:id="R03309f35dcb141fb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4a935ea4a84544" /><Relationship Type="http://schemas.openxmlformats.org/officeDocument/2006/relationships/slideMaster" Target="/ppt/slideMasters/slideMaster1.xml" Id="R4132e4c695554690" /><Relationship Type="http://schemas.openxmlformats.org/officeDocument/2006/relationships/notesMaster" Target="/ppt/notesMasters/notesMaster1.xml" Id="Rf5a4fc3b14074500" /><Relationship Type="http://schemas.openxmlformats.org/officeDocument/2006/relationships/presProps" Target="/ppt/presProps.xml" Id="Re8771f3375154d6f" /><Relationship Type="http://schemas.openxmlformats.org/officeDocument/2006/relationships/viewProps" Target="/ppt/viewProps.xml" Id="Rb6e3edbbba9b4ed0" /><Relationship Type="http://schemas.openxmlformats.org/officeDocument/2006/relationships/tableStyles" Target="/ppt/tableStyles.xml" Id="R298e34283aa045fe" /><Relationship Type="http://schemas.openxmlformats.org/officeDocument/2006/relationships/font" Target="/ppt/fonts/font.dat" Id="R50137158cc0f4637" /><Relationship Type="http://schemas.openxmlformats.org/officeDocument/2006/relationships/font" Target="/ppt/fonts/font2.dat" Id="R7337f8a9b8a44cd6" /><Relationship Type="http://schemas.openxmlformats.org/officeDocument/2006/relationships/font" Target="/ppt/fonts/font3.dat" Id="R526f24c3359847bc" /><Relationship Type="http://schemas.openxmlformats.org/officeDocument/2006/relationships/font" Target="/ppt/fonts/font4.dat" Id="R03309f35dcb141fb" /><Relationship Type="http://schemas.openxmlformats.org/officeDocument/2006/relationships/slide" Target="/ppt/slides/slide1.xml" Id="R1d2f9f28f7454c6e" /><Relationship Type="http://schemas.openxmlformats.org/officeDocument/2006/relationships/slide" Target="/ppt/slides/slide2.xml" Id="R3cd78a13554d4b01" /><Relationship Type="http://schemas.openxmlformats.org/officeDocument/2006/relationships/slide" Target="/ppt/slides/slide3.xml" Id="R903624ab264f4e69" /><Relationship Type="http://schemas.openxmlformats.org/officeDocument/2006/relationships/slide" Target="/ppt/slides/slide4.xml" Id="R51401b9207244ab9" /><Relationship Type="http://schemas.openxmlformats.org/officeDocument/2006/relationships/slide" Target="/ppt/slides/slide5.xml" Id="R007db9c5a11d4674" /><Relationship Type="http://schemas.openxmlformats.org/officeDocument/2006/relationships/slide" Target="/ppt/slides/slide6.xml" Id="Rb21ea966c8804b91" /><Relationship Type="http://schemas.openxmlformats.org/officeDocument/2006/relationships/slide" Target="/ppt/slides/slide7.xml" Id="R3ad68a13bf54445c" /><Relationship Type="http://schemas.openxmlformats.org/officeDocument/2006/relationships/slide" Target="/ppt/slides/slide8.xml" Id="R67a2d0a6234e4f15" /><Relationship Type="http://schemas.openxmlformats.org/officeDocument/2006/relationships/slide" Target="/ppt/slides/slide9.xml" Id="R1c7728738f7740be" /><Relationship Type="http://schemas.openxmlformats.org/officeDocument/2006/relationships/slide" Target="/ppt/slides/slide10.xml" Id="R20d5806c848c4114" /><Relationship Type="http://schemas.openxmlformats.org/officeDocument/2006/relationships/slide" Target="/ppt/slides/slide11.xml" Id="Rc35b864a701744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b99bfbe5ba40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cded15f5d4e06" /><Relationship Type="http://schemas.openxmlformats.org/officeDocument/2006/relationships/notesMaster" Target="/ppt/notesMasters/notesMaster1.xml" Id="R354961c906f649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ddc73fe4884cc2" /><Relationship Type="http://schemas.openxmlformats.org/officeDocument/2006/relationships/notesMaster" Target="/ppt/notesMasters/notesMaster1.xml" Id="R8a3edae4831a41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b94355d1474872" /><Relationship Type="http://schemas.openxmlformats.org/officeDocument/2006/relationships/notesMaster" Target="/ppt/notesMasters/notesMaster1.xml" Id="Refaecdae9b6f4a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f5ec2e2d1472c" /><Relationship Type="http://schemas.openxmlformats.org/officeDocument/2006/relationships/notesMaster" Target="/ppt/notesMasters/notesMaster1.xml" Id="R6d6bdd49b49843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0d6ea0973a4b19" /><Relationship Type="http://schemas.openxmlformats.org/officeDocument/2006/relationships/notesMaster" Target="/ppt/notesMasters/notesMaster1.xml" Id="Rb900234757ba43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4b0ed56e0f43c3" /><Relationship Type="http://schemas.openxmlformats.org/officeDocument/2006/relationships/notesMaster" Target="/ppt/notesMasters/notesMaster1.xml" Id="Rc06031b0b2be49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0a23eb3f194660" /><Relationship Type="http://schemas.openxmlformats.org/officeDocument/2006/relationships/notesMaster" Target="/ppt/notesMasters/notesMaster1.xml" Id="R49ae66bc972141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43046630e04a96" /><Relationship Type="http://schemas.openxmlformats.org/officeDocument/2006/relationships/notesMaster" Target="/ppt/notesMasters/notesMaster1.xml" Id="Ra0d174b4448940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80fb22558c4c95" /><Relationship Type="http://schemas.openxmlformats.org/officeDocument/2006/relationships/notesMaster" Target="/ppt/notesMasters/notesMaster1.xml" Id="R50ec6bb152e049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b01501bcfa43a4" /><Relationship Type="http://schemas.openxmlformats.org/officeDocument/2006/relationships/notesMaster" Target="/ppt/notesMasters/notesMaster1.xml" Id="R5eda035b3f234d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603809e2ff4437" /><Relationship Type="http://schemas.openxmlformats.org/officeDocument/2006/relationships/notesMaster" Target="/ppt/notesMasters/notesMaster1.xml" Id="Re5dad3883ec74c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e6c61f50542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84553bb3a42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e25a667914b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3787134b64e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d453ad5c446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ec361a9c947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3de23566b47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d11936b77461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2732775d394e32" /><Relationship Type="http://schemas.openxmlformats.org/officeDocument/2006/relationships/slideLayout" Target="/ppt/slideLayouts/slideLayout1.xml" Id="R762bf3b38f7644b6" /><Relationship Type="http://schemas.openxmlformats.org/officeDocument/2006/relationships/slideLayout" Target="/ppt/slideLayouts/slideLayout2.xml" Id="R1006b6a586734917" /><Relationship Type="http://schemas.openxmlformats.org/officeDocument/2006/relationships/slideLayout" Target="/ppt/slideLayouts/slideLayout3.xml" Id="R4e4c087754544c52" /><Relationship Type="http://schemas.openxmlformats.org/officeDocument/2006/relationships/slideLayout" Target="/ppt/slideLayouts/slideLayout4.xml" Id="Ra2349d9cfe534ff3" /><Relationship Type="http://schemas.openxmlformats.org/officeDocument/2006/relationships/slideLayout" Target="/ppt/slideLayouts/slideLayout5.xml" Id="R326df417349f4f5a" /><Relationship Type="http://schemas.openxmlformats.org/officeDocument/2006/relationships/slideLayout" Target="/ppt/slideLayouts/slideLayout6.xml" Id="R5f8699aacef941ab" /><Relationship Type="http://schemas.openxmlformats.org/officeDocument/2006/relationships/slideLayout" Target="/ppt/slideLayouts/slideLayout7.xml" Id="R91fcfad81c9a446a" /><Relationship Type="http://schemas.openxmlformats.org/officeDocument/2006/relationships/slideLayout" Target="/ppt/slideLayouts/slideLayout8.xml" Id="R13a84df70d304e4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2bf3b38f7644b6"/>
    <p:sldLayoutId xmlns:r="http://schemas.openxmlformats.org/officeDocument/2006/relationships" id="2147483650" r:id="R1006b6a586734917"/>
    <p:sldLayoutId xmlns:r="http://schemas.openxmlformats.org/officeDocument/2006/relationships" id="2147483651" r:id="R4e4c087754544c52"/>
    <p:sldLayoutId xmlns:r="http://schemas.openxmlformats.org/officeDocument/2006/relationships" id="2147483652" r:id="Ra2349d9cfe534ff3"/>
    <p:sldLayoutId xmlns:r="http://schemas.openxmlformats.org/officeDocument/2006/relationships" id="2147483653" r:id="R326df417349f4f5a"/>
    <p:sldLayoutId xmlns:r="http://schemas.openxmlformats.org/officeDocument/2006/relationships" id="2147483654" r:id="R5f8699aacef941ab"/>
    <p:sldLayoutId xmlns:r="http://schemas.openxmlformats.org/officeDocument/2006/relationships" id="2147483655" r:id="R91fcfad81c9a446a"/>
    <p:sldLayoutId xmlns:r="http://schemas.openxmlformats.org/officeDocument/2006/relationships" id="2147483656" r:id="R13a84df70d304e4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b5ca4529c44e6" /><Relationship Type="http://schemas.openxmlformats.org/officeDocument/2006/relationships/image" Target="/ppt/media/image.jpeg" Id="Rb0c9b7d354384c4c" /><Relationship Type="http://schemas.openxmlformats.org/officeDocument/2006/relationships/notesSlide" Target="/ppt/notesSlides/notesSlide1.xml" Id="R6225e44bf4c646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b41b5c9ab456b" /><Relationship Type="http://schemas.openxmlformats.org/officeDocument/2006/relationships/notesSlide" Target="/ppt/notesSlides/notesSlide2.xml" Id="Rb708821a24c4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3f27f3dfb495f" /><Relationship Type="http://schemas.openxmlformats.org/officeDocument/2006/relationships/image" Target="/ppt/media/image2.jpeg" Id="Ra42a70d8e5b64e5a" /><Relationship Type="http://schemas.openxmlformats.org/officeDocument/2006/relationships/notesSlide" Target="/ppt/notesSlides/notesSlide3.xml" Id="R11de3d88827d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d709e49f84a25" /><Relationship Type="http://schemas.openxmlformats.org/officeDocument/2006/relationships/notesSlide" Target="/ppt/notesSlides/notesSlide4.xml" Id="Rf998ad7e30074e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ede18491f4ecb" /><Relationship Type="http://schemas.openxmlformats.org/officeDocument/2006/relationships/image" Target="/ppt/media/image2.jpeg" Id="R01a1bcd547574498" /><Relationship Type="http://schemas.openxmlformats.org/officeDocument/2006/relationships/notesSlide" Target="/ppt/notesSlides/notesSlide5.xml" Id="R060c76548f2242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714caca0a4e44" /><Relationship Type="http://schemas.openxmlformats.org/officeDocument/2006/relationships/notesSlide" Target="/ppt/notesSlides/notesSlide6.xml" Id="R6964a3cfc20740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b022fdaf04379" /><Relationship Type="http://schemas.openxmlformats.org/officeDocument/2006/relationships/notesSlide" Target="/ppt/notesSlides/notesSlide7.xml" Id="R2df1766e0d3c42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c33c727124ae4" /><Relationship Type="http://schemas.openxmlformats.org/officeDocument/2006/relationships/notesSlide" Target="/ppt/notesSlides/notesSlide8.xml" Id="Rce456e5356fe45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514754dd24051" /><Relationship Type="http://schemas.openxmlformats.org/officeDocument/2006/relationships/notesSlide" Target="/ppt/notesSlides/notesSlide9.xml" Id="Rc594f30d0a7648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1d611203c4a7d" /><Relationship Type="http://schemas.openxmlformats.org/officeDocument/2006/relationships/notesSlide" Target="/ppt/notesSlides/notesSlide10.xml" Id="R967f555d643d48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3c2ceff4c428e" /><Relationship Type="http://schemas.openxmlformats.org/officeDocument/2006/relationships/notesSlide" Target="/ppt/notesSlides/notesSlide11.xml" Id="R127d19e2c41744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Project Daan</a:t>
            </a:r>
          </a:p>
          <a:p xmlns:a="http://schemas.openxmlformats.org/drawingml/2006/main">
            <a:r>
              <a:rPr sz="6200"/>
              <a:t>Website Structure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Current product + module map</a:t>
            </a:r>
          </a:p>
          <a:p xmlns:a="http://schemas.openxmlformats.org/drawingml/2006/main">
            <a:r>
              <a:rPr sz="1800"/>
              <a:t>Team alignment · July 18, 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CURRENT STATE · MODULAR DECK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9b7d354384c4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site can be read as six reusable modules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promise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Responsive page map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 and data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 contract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gaps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Decisions and next 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Desktop centers the route map</a:t>
            </a:r>
          </a:p>
        </p:txBody>
      </p:sp>
      <p:pic>
        <p:nvPicPr>
          <p:cNvPr id="5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a70d8e5b64e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Current composition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Left: place search, departure time and route alternatives.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Center: MapLibre route map and selected-place context.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Right + below: score, coverage, receipt and a route-bound community write path.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 flow moves from choice to proof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 · Search places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Combobox suggestions resolve origin and destination to local place nodes.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2 · Compare routes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Shortest and calmer alternatives expose score, time and place count.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3 · Inspect context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MapLibre canvas links route geometry to selectable place reviews.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4 · Verify evidence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Receipt projections, answers, votes and replies stay scoped to one route.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Mobile preserves the same hierarchy</a:t>
            </a:r>
          </a:p>
        </p:txBody>
      </p:sp>
      <p:pic>
        <p:nvPicPr>
          <p:cNvPr id="5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1bcd5475744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Responsive composition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stack keeps its order: search → alternatives → map → place context → score → receipt → community.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At 390 px, no primary surface disappears or changes meaning.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boundaries keep the richer surface honest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Map is context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Live tiles show where; the scored receipt still owns why.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Community is scoped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URL state and projections bind every report, vote and reply to route context.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Deterministic route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Dijkstra plans the local graph; 33 route and community tests pass.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What the UI proves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site now supports place search, route alternatives, a live MapLibre canvas and route-bound answers, votes and replies. Route planning and evidence still come from local graph and fixture contracts; community writes stay browser-local.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RoutePlan coordinates four surface zones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RouteSearch + RouteAlternativePanel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Control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MapCanvas + NodePanel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Map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Score + coverage + path + segment receipt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Receipt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CommunityPanel + repository + URL state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Community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Shared contract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App owns route selection while RoutePlan carries path, receipt and thread data. Community URL state scopes route, segment, thread, report and reply; the repository owns browser persistence.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Surfaces stay separate; route truth stays shared.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surface is broader; live evidence adapters remain the gap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WORKING NOW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Search, MapLibre, reports, replies, votes, karma, URL state and receipt projections.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Lint + build pass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33 tests pass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Fallbacks remain visible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NOT IN THIS SCAFFOLD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External geocoder, live route/evidence API, server persistence, identity or rewards.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Live collectors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Moderation + privacy gates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Map bundle hardening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Current state versus next integration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website now demonstrates search, alternative routing, a live map, a scored receipt and a complete browser-local community loop. Production readiness still depends on replacing local planning, evidence and persistence adapters without breaking those boundaries.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Team alignment protects the receipt spine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Keep the four surface zones stable while live adapters mature.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Keep one receipt engine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Decision boundary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Treat search → map → receipt → community as the contract test. Map tiles provide navigation context; score claims still come from route evidence. Browser persistence proves the interaction model, not production trust.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If time compresses, preserve the receipt spine first.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Replace local planning behind planRoute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Treat map tiles as context, not evidence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Keep fallback disclosure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Promote local writes only behind trust gates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Integrate in three controlled steps</a:t>
            </a:r>
          </a:p>
        </p:txBody>
      </p:sp>
      <p:cxnSp>
        <p:nvCxnSpPr>
          <p:cNvPr id="3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Freeze the surface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Lock search, map, receipt, community, URL and failure-state contracts.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Replace adapters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Wire geocoding, routing, evidence and persistence behind stable contracts.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Promote write paths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Move local reports to authenticated storage after moderation, privacy and proof gates.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Change the source,</a:t>
            </a:r>
          </a:p>
          <a:p xmlns:a="http://schemas.openxmlformats.org/drawingml/2006/main">
            <a:r>
              <a:rPr sz="7200"/>
              <a:t>keep the receipt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PROJECT DAAN · CURRENT STRUCTURE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TEAM ALIGNMENT · JULY 18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2026-07-18T05:19:17.7620000Z</dcterms:created>
  <dcterms:modified xsi:type="dcterms:W3CDTF">2026-07-18T05:19:17.7620000Z</dcterms:modified>
</coreProperties>
</file>